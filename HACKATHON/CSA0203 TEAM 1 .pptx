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F90D5-7D71-4307-99B2-074857F60A58}" v="1" dt="2026-09-01T03:45:00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Vijay" userId="33ea3fdcf60c5d48" providerId="LiveId" clId="{FAEFF2EB-C06B-4869-AA2B-5893454DCFC8}"/>
    <pc:docChg chg="modSld">
      <pc:chgData name="V Vijay" userId="33ea3fdcf60c5d48" providerId="LiveId" clId="{FAEFF2EB-C06B-4869-AA2B-5893454DCFC8}" dt="2026-09-01T03:45:14.691" v="8"/>
      <pc:docMkLst>
        <pc:docMk/>
      </pc:docMkLst>
      <pc:sldChg chg="addSp delSp modSp mod">
        <pc:chgData name="V Vijay" userId="33ea3fdcf60c5d48" providerId="LiveId" clId="{FAEFF2EB-C06B-4869-AA2B-5893454DCFC8}" dt="2026-09-01T03:45:14.691" v="8"/>
        <pc:sldMkLst>
          <pc:docMk/>
          <pc:sldMk cId="69670041" sldId="265"/>
        </pc:sldMkLst>
        <pc:spChg chg="add del mod">
          <ac:chgData name="V Vijay" userId="33ea3fdcf60c5d48" providerId="LiveId" clId="{FAEFF2EB-C06B-4869-AA2B-5893454DCFC8}" dt="2026-09-01T03:45:14.691" v="8"/>
          <ac:spMkLst>
            <pc:docMk/>
            <pc:sldMk cId="69670041" sldId="265"/>
            <ac:spMk id="4" creationId="{1A83A355-310F-B447-2FB3-9440BB13FB6B}"/>
          </ac:spMkLst>
        </pc:spChg>
        <pc:picChg chg="add mod">
          <ac:chgData name="V Vijay" userId="33ea3fdcf60c5d48" providerId="LiveId" clId="{FAEFF2EB-C06B-4869-AA2B-5893454DCFC8}" dt="2026-09-01T03:45:13.557" v="6" actId="1076"/>
          <ac:picMkLst>
            <pc:docMk/>
            <pc:sldMk cId="69670041" sldId="265"/>
            <ac:picMk id="8" creationId="{A320A227-0D28-919C-2AD6-BB0C33BE48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41E0-2B3E-547B-7120-3A4153223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A5E18-5E3D-0ADE-A26C-9AC4F77D2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30F53-5D81-F756-5040-D3418256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8626-2BB8-A5AA-6D4A-37E1DCCC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5C637-AE2D-9EF6-9AAD-3162C392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2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8A44-8144-B36D-DF1C-36A1659C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DA80-8AB3-973B-63F4-8D9D89AE7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AB34C-D421-42EA-5AC5-45D2CA90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1476-6574-ABA6-5B47-043B3F5A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291C-A18B-A1D0-A35D-3C37D876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102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86C0-58DB-9B17-8A22-FABC2811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3A479-3989-9F27-23BB-7B25D6E5D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8C154-C165-B17B-A4D4-762E33EE4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DC02-8B51-24A9-7EF8-0CD5B7C3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D148-DC1A-A5F2-932F-46B94C643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5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D949-0700-4A71-0679-658F60FB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89BF4-286F-BD89-6499-4668C9F21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8297C-D5F1-5DD0-21E6-633C41ED4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5C638-FDE4-9718-1A16-DE31C541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CA558-CFF7-B421-5BCC-E625DFF1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8D65A-F1C2-674B-DF63-75DFCCAB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3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0CC7-97C6-88BB-8869-D3194505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E1F5A-D171-3523-4890-2C118277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EF280-617C-2049-0213-8FDF11F22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FF3C7-0025-3B8E-6B45-9371478BD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F08B2-8244-B939-F64A-FA5D2E638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69A56-9EDC-1269-36E5-42D3B6C42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E358E-C75E-DAE5-3B0D-F0A23B62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6485E-C8CE-FE0F-46AC-DC5C0EBE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90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44AB-1C0F-47F5-D036-00499E50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5B5B7-CD1B-01F2-A0F9-D0840AC3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DA79-6A89-81E9-A7FF-EB2863CA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C6F91-7040-7D72-EDA8-0D2E560A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53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4E2C7-F538-04BB-81EB-498E2467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2578B-EA59-8745-1C96-D9DC5F2F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9EA0B-F49D-ABCB-2078-C6C959D8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9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86BE-A489-03E7-CFC1-9479E1AC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90996-8E93-74BF-332C-B1216D51E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4B89C-5CF9-65F4-1533-BF5567484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2523C-96BD-82B0-4AA8-E31E5B0C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E9B6-E18F-DB79-78C6-C469DA86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A50CD-1FC3-0372-E4BE-47DF1462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26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1C23-E7F9-D24B-A8AC-8AE3181B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65683-8993-5E07-0180-FAF8B8035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625E6-F0A9-0C50-DD8C-9FD4A546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5E2BC-46B2-6EA9-EAA5-7395E587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92932-A012-1852-8306-D44294CB6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25533-B9F8-D193-BC69-7BE6CDB7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3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C5788-9575-3D87-78C0-BBABD309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570F5-0389-9683-491B-D8BC2D456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750E-346C-C9D1-A8B8-57C29863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C3FCA-05BB-E092-EA4C-E859CC98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16E35-96D7-7258-DC68-0507FF0E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8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34FDB-E633-E268-4D4E-30EFD6839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580E1-B5B9-850B-0A59-280512B6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9AA8D-C419-DB9F-1B63-B5717233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008A7-4A19-EE02-AAE7-3945F8F3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3F2AE-2867-6ED2-7DBA-2D6C9E8F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84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04051-FCD5-C0AC-10E1-331CD641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2B9B3-5547-7BE6-F79D-74803B0DA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1A8B5-B8CF-4DB5-B873-5878A2E7C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CB76C-544D-493C-B466-E9008DF62B0A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1470-5070-2DD6-8DD7-99F2446CD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1D42-9815-8A4B-90B9-86D6E5630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D5956-ED43-4FD9-A0F0-E5F3F569D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4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3F10-5033-0FA0-49AE-73015EC74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8" y="2847412"/>
            <a:ext cx="10117393" cy="58158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EMERGENCY PATIENT COORDINATION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5EB200-8CD1-D4D6-04A4-6AFAE0DAD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384026" y="4398451"/>
            <a:ext cx="4188542" cy="1552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 err="1"/>
              <a:t>V.Vijay</a:t>
            </a:r>
            <a:r>
              <a:rPr lang="en-IN" dirty="0"/>
              <a:t>(192525264)</a:t>
            </a:r>
            <a:br>
              <a:rPr lang="en-IN" dirty="0"/>
            </a:br>
            <a:r>
              <a:rPr lang="en-IN" dirty="0"/>
              <a:t>A Guna Sekar(192525302)</a:t>
            </a:r>
            <a:br>
              <a:rPr lang="en-IN" dirty="0"/>
            </a:br>
            <a:r>
              <a:rPr lang="en-IN" dirty="0"/>
              <a:t>P V Rahul Kavi(192571090)</a:t>
            </a:r>
          </a:p>
        </p:txBody>
      </p:sp>
      <p:pic>
        <p:nvPicPr>
          <p:cNvPr id="7" name="Picture 6" descr="Saveetha Institute of Medical and ...">
            <a:extLst>
              <a:ext uri="{FF2B5EF4-FFF2-40B4-BE49-F238E27FC236}">
                <a16:creationId xmlns:a16="http://schemas.microsoft.com/office/drawing/2014/main" id="{69FC1B79-ACBE-7A14-E82C-9FD61D0B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" y="143579"/>
            <a:ext cx="10097729" cy="12003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640E3-5D69-9A00-860B-43BE0025C1F0}"/>
              </a:ext>
            </a:extLst>
          </p:cNvPr>
          <p:cNvSpPr txBox="1"/>
          <p:nvPr/>
        </p:nvSpPr>
        <p:spPr>
          <a:xfrm>
            <a:off x="4375355" y="3729059"/>
            <a:ext cx="300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CSA0203 – C Programming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90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37504C-E211-1AE2-089F-9D1477434E4F}"/>
              </a:ext>
            </a:extLst>
          </p:cNvPr>
          <p:cNvSpPr txBox="1"/>
          <p:nvPr/>
        </p:nvSpPr>
        <p:spPr>
          <a:xfrm>
            <a:off x="4444181" y="167148"/>
            <a:ext cx="4395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334EE-E045-B895-C5A8-B66AB45ABF61}"/>
              </a:ext>
            </a:extLst>
          </p:cNvPr>
          <p:cNvSpPr txBox="1"/>
          <p:nvPr/>
        </p:nvSpPr>
        <p:spPr>
          <a:xfrm>
            <a:off x="688258" y="1435510"/>
            <a:ext cx="1025504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receives patients from multiple registration counters simultaneously.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patient has: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level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doctor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status </a:t>
            </a: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departments may access the same patient simultaneously.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conflicts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updates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patient information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corruption</a:t>
            </a:r>
          </a:p>
          <a:p>
            <a:endParaRPr lang="en-IN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E86228A3-0450-264D-BC75-F2460DD1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53076E77-9EFA-F1CB-C189-EF2E81A0C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4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F0FD5E-8E23-EC9F-0C61-CE6C6F04C56F}"/>
              </a:ext>
            </a:extLst>
          </p:cNvPr>
          <p:cNvSpPr txBox="1"/>
          <p:nvPr/>
        </p:nvSpPr>
        <p:spPr>
          <a:xfrm>
            <a:off x="4881716" y="176981"/>
            <a:ext cx="2428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0432A-B6DF-0394-BB4A-D1F7E832BAFC}"/>
              </a:ext>
            </a:extLst>
          </p:cNvPr>
          <p:cNvSpPr txBox="1"/>
          <p:nvPr/>
        </p:nvSpPr>
        <p:spPr>
          <a:xfrm>
            <a:off x="629264" y="1189703"/>
            <a:ext cx="109334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reliable emergency patient coordination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 memory for patient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functions for patient operations.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pointers to modify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threads to simulate hospital departments.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mutexes for safe concurrent updates.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patient history in files.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command-line arguments for department configuration.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IPC to transfer emergency information.</a:t>
            </a:r>
          </a:p>
          <a:p>
            <a:endParaRPr lang="en-IN" dirty="0"/>
          </a:p>
        </p:txBody>
      </p:sp>
      <p:pic>
        <p:nvPicPr>
          <p:cNvPr id="7" name="Picture 6" descr="Exam Seating Portal">
            <a:extLst>
              <a:ext uri="{FF2B5EF4-FFF2-40B4-BE49-F238E27FC236}">
                <a16:creationId xmlns:a16="http://schemas.microsoft.com/office/drawing/2014/main" id="{CA3F42B4-7A45-3298-70CC-697D8A76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9" name="Picture 8" descr="SIMATS Viana Study Portal">
            <a:extLst>
              <a:ext uri="{FF2B5EF4-FFF2-40B4-BE49-F238E27FC236}">
                <a16:creationId xmlns:a16="http://schemas.microsoft.com/office/drawing/2014/main" id="{8ED445A0-F82F-432D-5C44-4B8D07F31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33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D5E71A-0B46-2E6D-9EEE-467768631634}"/>
              </a:ext>
            </a:extLst>
          </p:cNvPr>
          <p:cNvSpPr txBox="1"/>
          <p:nvPr/>
        </p:nvSpPr>
        <p:spPr>
          <a:xfrm>
            <a:off x="4552336" y="147483"/>
            <a:ext cx="4011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9A147-39E5-C8E5-094F-19CD5F762736}"/>
              </a:ext>
            </a:extLst>
          </p:cNvPr>
          <p:cNvSpPr txBox="1"/>
          <p:nvPr/>
        </p:nvSpPr>
        <p:spPr>
          <a:xfrm>
            <a:off x="403122" y="1498004"/>
            <a:ext cx="781664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patient record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departments can work simultaneously.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Emergency/Triage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Doctor/Treatment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coordination between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are protected during updates.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history is maintained for every patient.</a:t>
            </a:r>
          </a:p>
        </p:txBody>
      </p:sp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195E5419-3AF0-309E-E632-CC6195228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  <p:pic>
        <p:nvPicPr>
          <p:cNvPr id="9" name="Picture 8" descr="Exam Seating Portal">
            <a:extLst>
              <a:ext uri="{FF2B5EF4-FFF2-40B4-BE49-F238E27FC236}">
                <a16:creationId xmlns:a16="http://schemas.microsoft.com/office/drawing/2014/main" id="{CEE53A8B-01FA-4FA1-10E0-2644FC530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5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767FA-75B0-8C9E-DBF9-A70799AE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" r="81"/>
          <a:stretch>
            <a:fillRect/>
          </a:stretch>
        </p:blipFill>
        <p:spPr>
          <a:xfrm>
            <a:off x="1441283" y="123330"/>
            <a:ext cx="9573161" cy="616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4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20B14-0C1C-B789-D610-6D0E2BD6D702}"/>
              </a:ext>
            </a:extLst>
          </p:cNvPr>
          <p:cNvSpPr txBox="1"/>
          <p:nvPr/>
        </p:nvSpPr>
        <p:spPr>
          <a:xfrm>
            <a:off x="3569111" y="167148"/>
            <a:ext cx="5437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Data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D8E5D-15C8-1949-A2E3-D4327024C26A}"/>
              </a:ext>
            </a:extLst>
          </p:cNvPr>
          <p:cNvSpPr txBox="1"/>
          <p:nvPr/>
        </p:nvSpPr>
        <p:spPr>
          <a:xfrm>
            <a:off x="432617" y="1720645"/>
            <a:ext cx="11041627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Structures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 complete patient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ID, emergency level, symptoms, doctor, and treatment status.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Allocates memory as patients are added.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Register, Search, Update, and Discharge patients.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efficiently access and modify patient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Flexible and efficient patient data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743E2335-28D5-4CD2-B1BF-E2F34821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0B743947-42E3-C944-F9C5-D8C14540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2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523F6B-3A93-B772-445D-2A7F5B67855C}"/>
              </a:ext>
            </a:extLst>
          </p:cNvPr>
          <p:cNvSpPr txBox="1"/>
          <p:nvPr/>
        </p:nvSpPr>
        <p:spPr>
          <a:xfrm>
            <a:off x="4768644" y="226142"/>
            <a:ext cx="4542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B46BE-F67F-9FDA-A926-8ACB05EAD5F6}"/>
              </a:ext>
            </a:extLst>
          </p:cNvPr>
          <p:cNvSpPr txBox="1"/>
          <p:nvPr/>
        </p:nvSpPr>
        <p:spPr>
          <a:xfrm>
            <a:off x="560439" y="1671484"/>
            <a:ext cx="89866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POSIX threads are used to simulate hospital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operates as a separate thread.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Thread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Thread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Thread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Thread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Thread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departments can process different patients simultaneously.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Threads improve system responsiveness.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patient data requires synchronization.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8BEF4CAE-41CB-B1A3-50D7-FE83DEF6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C7586BF8-2022-67F9-3097-1C8C26C3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8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E4673-446C-4C04-9806-3CD7F363F803}"/>
              </a:ext>
            </a:extLst>
          </p:cNvPr>
          <p:cNvSpPr txBox="1"/>
          <p:nvPr/>
        </p:nvSpPr>
        <p:spPr>
          <a:xfrm>
            <a:off x="5309419" y="66247"/>
            <a:ext cx="5132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ED7BA-1D04-ABC5-6A80-9D3DEA319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3" y="761756"/>
            <a:ext cx="10975501" cy="57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0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5BFA8-255A-1C28-4C87-2928DCB73E36}"/>
              </a:ext>
            </a:extLst>
          </p:cNvPr>
          <p:cNvSpPr txBox="1"/>
          <p:nvPr/>
        </p:nvSpPr>
        <p:spPr>
          <a:xfrm>
            <a:off x="4218038" y="167149"/>
            <a:ext cx="4483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 &amp; File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16A0C-7931-F03B-80C5-75B1FCEE501D}"/>
              </a:ext>
            </a:extLst>
          </p:cNvPr>
          <p:cNvSpPr txBox="1"/>
          <p:nvPr/>
        </p:nvSpPr>
        <p:spPr>
          <a:xfrm>
            <a:off x="570271" y="1150376"/>
            <a:ext cx="88097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 connects the registration and treatment modules.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sends: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level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module receives the emergency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is stored in a file.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includes: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Emergency-level changes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assignment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updates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audit trail of patient activities.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B2BD057D-E8A3-0B52-1974-AB3DFF530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40F4C1A9-7399-14A5-F9FF-14C7E032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9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F1A13-824F-C704-7926-EB428B7444E6}"/>
              </a:ext>
            </a:extLst>
          </p:cNvPr>
          <p:cNvSpPr txBox="1"/>
          <p:nvPr/>
        </p:nvSpPr>
        <p:spPr>
          <a:xfrm>
            <a:off x="4945626" y="117987"/>
            <a:ext cx="3893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BCA34-20EA-C13D-FB65-F128C31CDAB5}"/>
              </a:ext>
            </a:extLst>
          </p:cNvPr>
          <p:cNvSpPr txBox="1"/>
          <p:nvPr/>
        </p:nvSpPr>
        <p:spPr>
          <a:xfrm>
            <a:off x="658761" y="1268362"/>
            <a:ext cx="9517626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emergency-level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patient monitoring.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SMS/emergency notifications.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hospital integration.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tracking.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 integration.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8DB3C6C5-89B3-5E35-FBAC-075E1714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1E4FE2A4-CA4E-A675-35AC-F4F2C602B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20A227-0D28-919C-2AD6-BB0C33BE4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374" y="1538439"/>
            <a:ext cx="4082170" cy="378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0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DD2B97-DAB6-F34C-FEEB-7B7C6B82C3AF}"/>
              </a:ext>
            </a:extLst>
          </p:cNvPr>
          <p:cNvSpPr txBox="1"/>
          <p:nvPr/>
        </p:nvSpPr>
        <p:spPr>
          <a:xfrm>
            <a:off x="4886632" y="206478"/>
            <a:ext cx="2615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4678B-CF98-786B-845A-7453FBD11B32}"/>
              </a:ext>
            </a:extLst>
          </p:cNvPr>
          <p:cNvSpPr txBox="1"/>
          <p:nvPr/>
        </p:nvSpPr>
        <p:spPr>
          <a:xfrm>
            <a:off x="540774" y="1474839"/>
            <a:ext cx="9635613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for coordinating emergency patient information.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hospital departments.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dynamic memory, pointers, functions and threads.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 protects shared patient records.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IPC enables module-to-module communication.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maintains patient history.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addresses the hackathon challenge.</a:t>
            </a:r>
          </a:p>
        </p:txBody>
      </p:sp>
      <p:pic>
        <p:nvPicPr>
          <p:cNvPr id="5" name="Picture 4" descr="Exam Seating Portal">
            <a:extLst>
              <a:ext uri="{FF2B5EF4-FFF2-40B4-BE49-F238E27FC236}">
                <a16:creationId xmlns:a16="http://schemas.microsoft.com/office/drawing/2014/main" id="{524C4ECA-1176-68ED-9CDC-827583D15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4" y="153426"/>
            <a:ext cx="1310472" cy="887929"/>
          </a:xfrm>
          <a:prstGeom prst="rect">
            <a:avLst/>
          </a:prstGeom>
        </p:spPr>
      </p:pic>
      <p:pic>
        <p:nvPicPr>
          <p:cNvPr id="7" name="Picture 6" descr="SIMATS Viana Study Portal">
            <a:extLst>
              <a:ext uri="{FF2B5EF4-FFF2-40B4-BE49-F238E27FC236}">
                <a16:creationId xmlns:a16="http://schemas.microsoft.com/office/drawing/2014/main" id="{88707443-74C3-E26D-1037-ADDBC5D3E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117699"/>
            <a:ext cx="1524000" cy="92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38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441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Times New Roman</vt:lpstr>
      <vt:lpstr>Office Theme</vt:lpstr>
      <vt:lpstr>SMART EMERGENCY PATIENT COORDINATION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Vijay</dc:creator>
  <cp:lastModifiedBy>V Vijay</cp:lastModifiedBy>
  <cp:revision>1</cp:revision>
  <dcterms:created xsi:type="dcterms:W3CDTF">2026-09-01T00:11:02Z</dcterms:created>
  <dcterms:modified xsi:type="dcterms:W3CDTF">2026-09-01T03:45:19Z</dcterms:modified>
</cp:coreProperties>
</file>