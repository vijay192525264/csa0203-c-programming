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0997F-4DFD-40F4-AD23-AF4D05D6BD2A}" v="7" dt="2026-08-29T07:44:25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Vijay" userId="33ea3fdcf60c5d48" providerId="LiveId" clId="{FAEFF2EB-C06B-4869-AA2B-5893454DCFC8}"/>
    <pc:docChg chg="custSel modSld">
      <pc:chgData name="V Vijay" userId="33ea3fdcf60c5d48" providerId="LiveId" clId="{FAEFF2EB-C06B-4869-AA2B-5893454DCFC8}" dt="2026-08-29T07:52:39.817" v="69" actId="1076"/>
      <pc:docMkLst>
        <pc:docMk/>
      </pc:docMkLst>
      <pc:sldChg chg="addSp delSp mod">
        <pc:chgData name="V Vijay" userId="33ea3fdcf60c5d48" providerId="LiveId" clId="{FAEFF2EB-C06B-4869-AA2B-5893454DCFC8}" dt="2026-08-28T03:17:28.357" v="1" actId="478"/>
        <pc:sldMkLst>
          <pc:docMk/>
          <pc:sldMk cId="586617249" sldId="257"/>
        </pc:sldMkLst>
        <pc:picChg chg="add del">
          <ac:chgData name="V Vijay" userId="33ea3fdcf60c5d48" providerId="LiveId" clId="{FAEFF2EB-C06B-4869-AA2B-5893454DCFC8}" dt="2026-08-28T03:17:28.357" v="1" actId="478"/>
          <ac:picMkLst>
            <pc:docMk/>
            <pc:sldMk cId="586617249" sldId="257"/>
            <ac:picMk id="5" creationId="{96DC6090-D233-219C-BBDA-1FBEA97B1D71}"/>
          </ac:picMkLst>
        </pc:picChg>
      </pc:sldChg>
      <pc:sldChg chg="addSp delSp modSp mod">
        <pc:chgData name="V Vijay" userId="33ea3fdcf60c5d48" providerId="LiveId" clId="{FAEFF2EB-C06B-4869-AA2B-5893454DCFC8}" dt="2026-08-29T07:39:08.986" v="21"/>
        <pc:sldMkLst>
          <pc:docMk/>
          <pc:sldMk cId="1775265545" sldId="265"/>
        </pc:sldMkLst>
        <pc:spChg chg="mod">
          <ac:chgData name="V Vijay" userId="33ea3fdcf60c5d48" providerId="LiveId" clId="{FAEFF2EB-C06B-4869-AA2B-5893454DCFC8}" dt="2026-08-29T07:35:07.373" v="9" actId="14100"/>
          <ac:spMkLst>
            <pc:docMk/>
            <pc:sldMk cId="1775265545" sldId="265"/>
            <ac:spMk id="3" creationId="{FBC249CE-A35E-CCC3-B790-E6979A02BBFD}"/>
          </ac:spMkLst>
        </pc:spChg>
        <pc:spChg chg="add del mod">
          <ac:chgData name="V Vijay" userId="33ea3fdcf60c5d48" providerId="LiveId" clId="{FAEFF2EB-C06B-4869-AA2B-5893454DCFC8}" dt="2026-08-29T07:34:59.959" v="6"/>
          <ac:spMkLst>
            <pc:docMk/>
            <pc:sldMk cId="1775265545" sldId="265"/>
            <ac:spMk id="4" creationId="{5B5DFC1F-0DD4-5808-05DD-6FD19C761525}"/>
          </ac:spMkLst>
        </pc:spChg>
        <pc:spChg chg="add del mod">
          <ac:chgData name="V Vijay" userId="33ea3fdcf60c5d48" providerId="LiveId" clId="{FAEFF2EB-C06B-4869-AA2B-5893454DCFC8}" dt="2026-08-29T07:34:59.967" v="8"/>
          <ac:spMkLst>
            <pc:docMk/>
            <pc:sldMk cId="1775265545" sldId="265"/>
            <ac:spMk id="6" creationId="{C19E988B-0A32-E083-DF4F-01FD6F4D0E76}"/>
          </ac:spMkLst>
        </pc:spChg>
        <pc:spChg chg="add del mod">
          <ac:chgData name="V Vijay" userId="33ea3fdcf60c5d48" providerId="LiveId" clId="{FAEFF2EB-C06B-4869-AA2B-5893454DCFC8}" dt="2026-08-29T07:39:08.986" v="21"/>
          <ac:spMkLst>
            <pc:docMk/>
            <pc:sldMk cId="1775265545" sldId="265"/>
            <ac:spMk id="8" creationId="{60A1608A-40CE-AFB2-3611-0B47FE3AAAEF}"/>
          </ac:spMkLst>
        </pc:spChg>
        <pc:picChg chg="add mod">
          <ac:chgData name="V Vijay" userId="33ea3fdcf60c5d48" providerId="LiveId" clId="{FAEFF2EB-C06B-4869-AA2B-5893454DCFC8}" dt="2026-08-29T07:39:08.077" v="19" actId="1076"/>
          <ac:picMkLst>
            <pc:docMk/>
            <pc:sldMk cId="1775265545" sldId="265"/>
            <ac:picMk id="10" creationId="{77E19E3D-F1F7-1AD1-96B4-7F10FFD122B8}"/>
          </ac:picMkLst>
        </pc:picChg>
      </pc:sldChg>
      <pc:sldChg chg="addSp delSp modSp mod">
        <pc:chgData name="V Vijay" userId="33ea3fdcf60c5d48" providerId="LiveId" clId="{FAEFF2EB-C06B-4869-AA2B-5893454DCFC8}" dt="2026-08-29T07:40:32.835" v="31"/>
        <pc:sldMkLst>
          <pc:docMk/>
          <pc:sldMk cId="924397974" sldId="266"/>
        </pc:sldMkLst>
        <pc:spChg chg="add del mod">
          <ac:chgData name="V Vijay" userId="33ea3fdcf60c5d48" providerId="LiveId" clId="{FAEFF2EB-C06B-4869-AA2B-5893454DCFC8}" dt="2026-08-29T07:40:32.835" v="31"/>
          <ac:spMkLst>
            <pc:docMk/>
            <pc:sldMk cId="924397974" sldId="266"/>
            <ac:spMk id="4" creationId="{8753D1AE-ADA2-417A-4B93-996C8A888BFF}"/>
          </ac:spMkLst>
        </pc:spChg>
        <pc:picChg chg="add mod">
          <ac:chgData name="V Vijay" userId="33ea3fdcf60c5d48" providerId="LiveId" clId="{FAEFF2EB-C06B-4869-AA2B-5893454DCFC8}" dt="2026-08-29T07:40:30.172" v="29" actId="1076"/>
          <ac:picMkLst>
            <pc:docMk/>
            <pc:sldMk cId="924397974" sldId="266"/>
            <ac:picMk id="6" creationId="{1F6155B2-F136-153A-996E-80904E133DDC}"/>
          </ac:picMkLst>
        </pc:picChg>
      </pc:sldChg>
      <pc:sldChg chg="addSp delSp modSp mod">
        <pc:chgData name="V Vijay" userId="33ea3fdcf60c5d48" providerId="LiveId" clId="{FAEFF2EB-C06B-4869-AA2B-5893454DCFC8}" dt="2026-08-29T07:43:05.037" v="42"/>
        <pc:sldMkLst>
          <pc:docMk/>
          <pc:sldMk cId="1050490890" sldId="267"/>
        </pc:sldMkLst>
        <pc:spChg chg="add del mod">
          <ac:chgData name="V Vijay" userId="33ea3fdcf60c5d48" providerId="LiveId" clId="{FAEFF2EB-C06B-4869-AA2B-5893454DCFC8}" dt="2026-08-29T07:43:05.037" v="42"/>
          <ac:spMkLst>
            <pc:docMk/>
            <pc:sldMk cId="1050490890" sldId="267"/>
            <ac:spMk id="4" creationId="{78F81FEF-BA11-D996-0590-FEF3D61B562B}"/>
          </ac:spMkLst>
        </pc:spChg>
        <pc:picChg chg="add mod">
          <ac:chgData name="V Vijay" userId="33ea3fdcf60c5d48" providerId="LiveId" clId="{FAEFF2EB-C06B-4869-AA2B-5893454DCFC8}" dt="2026-08-29T07:43:02.337" v="40" actId="14100"/>
          <ac:picMkLst>
            <pc:docMk/>
            <pc:sldMk cId="1050490890" sldId="267"/>
            <ac:picMk id="8" creationId="{88F09C9C-D762-58AB-9249-341FB41F249E}"/>
          </ac:picMkLst>
        </pc:picChg>
      </pc:sldChg>
      <pc:sldChg chg="addSp delSp modSp mod">
        <pc:chgData name="V Vijay" userId="33ea3fdcf60c5d48" providerId="LiveId" clId="{FAEFF2EB-C06B-4869-AA2B-5893454DCFC8}" dt="2026-08-29T07:52:39.817" v="69" actId="1076"/>
        <pc:sldMkLst>
          <pc:docMk/>
          <pc:sldMk cId="4012687775" sldId="268"/>
        </pc:sldMkLst>
        <pc:spChg chg="add del mod">
          <ac:chgData name="V Vijay" userId="33ea3fdcf60c5d48" providerId="LiveId" clId="{FAEFF2EB-C06B-4869-AA2B-5893454DCFC8}" dt="2026-08-29T07:51:37.787" v="54"/>
          <ac:spMkLst>
            <pc:docMk/>
            <pc:sldMk cId="4012687775" sldId="268"/>
            <ac:spMk id="4" creationId="{521B7279-E870-5A1A-BBE0-347126607403}"/>
          </ac:spMkLst>
        </pc:spChg>
        <pc:spChg chg="add del mod">
          <ac:chgData name="V Vijay" userId="33ea3fdcf60c5d48" providerId="LiveId" clId="{FAEFF2EB-C06B-4869-AA2B-5893454DCFC8}" dt="2026-08-29T07:51:37.789" v="56"/>
          <ac:spMkLst>
            <pc:docMk/>
            <pc:sldMk cId="4012687775" sldId="268"/>
            <ac:spMk id="9" creationId="{EDA4415A-631E-648F-8206-6C466EA4DE1E}"/>
          </ac:spMkLst>
        </pc:spChg>
        <pc:picChg chg="add del mod">
          <ac:chgData name="V Vijay" userId="33ea3fdcf60c5d48" providerId="LiveId" clId="{FAEFF2EB-C06B-4869-AA2B-5893454DCFC8}" dt="2026-08-29T07:52:37.845" v="68" actId="478"/>
          <ac:picMkLst>
            <pc:docMk/>
            <pc:sldMk cId="4012687775" sldId="268"/>
            <ac:picMk id="8" creationId="{A56CF287-7395-860A-9B1A-F107864FB298}"/>
          </ac:picMkLst>
        </pc:picChg>
        <pc:picChg chg="add mod">
          <ac:chgData name="V Vijay" userId="33ea3fdcf60c5d48" providerId="LiveId" clId="{FAEFF2EB-C06B-4869-AA2B-5893454DCFC8}" dt="2026-08-29T07:52:39.817" v="69" actId="1076"/>
          <ac:picMkLst>
            <pc:docMk/>
            <pc:sldMk cId="4012687775" sldId="268"/>
            <ac:picMk id="11" creationId="{884403E4-3D61-F743-91F1-11FF097993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262D-7094-B882-308B-49AA1E49E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C6C2F-BBAA-DBCC-0627-1D8D3DE1D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D9E5-BA97-8415-F8B0-277F8CC5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96CD9-0F2F-2F85-74DB-430F4FB7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068FE-40AD-7F34-E409-074E1832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08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D6B8-5D84-D535-FB57-301B4DC1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1252-196F-16B2-FE55-4F1548BC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68B2B-FAFD-48C6-7C4E-9A5361FAB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501EA-2D43-3B78-9408-69BA075C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7879-9DF6-6A16-033B-243035BF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36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8969-52ED-F0C0-1B8A-54EA631D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ACF9-A012-F146-6C0F-EE4E72D1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477D4-7363-023B-5F16-7A35B773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166A7-3ABA-37FC-95CC-919BE3C0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E42E-F403-6DD0-10E4-59D333F6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3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CDD2-7367-0F1D-7744-D92CFBC9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3A71F-A040-61B7-8977-74D69C3EA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B9F8B-6DD8-5927-DFC5-0AD25A80C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AAEB5-76F1-65CC-EBE0-85256399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6EC39-4287-1168-D769-D74BFCDB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64883-0327-D56D-4F6E-F2FCAD61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4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C71C-14AF-0736-A563-011E5D59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26B21-EBB6-6A42-36C4-A0E0AC466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F773D-1348-8BC7-B7F6-3D8D5776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A9DF4-A428-611B-D818-A2F752A5A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7B90-4975-E2CB-AC8F-8B68F58CA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9F477-B47E-2D25-E723-61F10D79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B9222-7514-7979-C01C-71378C6C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2B5A2-E7C8-6EF9-62BB-48916762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BC10-0C3A-79EB-FE2E-0C37887B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50BA6-811A-7768-ED5F-F7F6474F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329CC-FE8C-75EC-45C9-2AF4988D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6A0AE-18E4-2161-6F38-A3C2DA37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18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1A1A2-4EC6-A9E8-E9BF-F1B05E0D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2B705-7178-33CA-E2AF-4B6E2562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1D513-F251-8963-D123-6890BA0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DC10-1788-5AD7-A5EA-3A59B9E3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67EE-F1B6-4C46-03BC-643CE00C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97EBE-4D3D-6A03-53C2-5A3390566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908B5-DDC9-21C4-49D1-BDDBD1CD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56499-C38F-264A-B15C-F7E931A3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AC4DE-0AA4-8867-4819-6B303D3C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3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C3B8-1474-E7EA-BBD4-FAAE6BB6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F21D9-384F-BB2F-4FFA-72F2083E9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6B0CE-7AB4-878F-5C8C-FDFAC7086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78659-3362-A5F6-ADBE-8CBC73FE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2B177-3CB4-99C3-0986-96F8430E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3B14A-555A-AEFB-BFAD-D2B8F5DC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94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D611-CCAE-36E9-80EF-6FF06455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21C43-AEED-C819-4928-394C72143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F6BF-A133-DA12-2A7B-A23B747C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64ED9-2E7E-1193-4A4E-CC46383C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E2D1-E7EB-5AB9-BD56-B8DC0EA7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9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8A623-DD85-57B1-EAAD-BD322ACBC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3AE4E-4EF6-9625-AD6E-837D0611E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47B84-04E6-3166-C2BC-CB712C2A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A08A3-7946-7E76-8750-BF0A780B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8AD5C-3534-03FC-12C8-FFA2D436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1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3B6FA-94F4-FF60-6523-C8CF0807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39495-7C17-FEC2-B79C-6C057F04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7E538-EB77-9A7F-5E99-3C1FD25E5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573CE5-4DBF-431A-B7CE-054645330C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98C4C-27A7-0899-3D9F-EDC6F52DE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2B4AF-7434-B59A-2F39-5A0A6D227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71044-1C62-4101-9126-7CB932904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03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FCB82-944B-8E14-94DA-921877AD8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181" y="2215689"/>
            <a:ext cx="9144000" cy="1655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Record System with Data Management Using Structures and Pointer-Based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4F347-C3B9-7BF8-92A6-1761308BAA71}"/>
              </a:ext>
            </a:extLst>
          </p:cNvPr>
          <p:cNvSpPr txBox="1"/>
          <p:nvPr/>
        </p:nvSpPr>
        <p:spPr>
          <a:xfrm>
            <a:off x="7826477" y="4414684"/>
            <a:ext cx="374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 err="1"/>
              <a:t>V.Vijay</a:t>
            </a:r>
            <a:r>
              <a:rPr lang="en-IN" dirty="0"/>
              <a:t>(192525264)</a:t>
            </a:r>
            <a:br>
              <a:rPr lang="en-IN" dirty="0"/>
            </a:br>
            <a:r>
              <a:rPr lang="en-IN" dirty="0"/>
              <a:t>A Guna Sekar(192525302)</a:t>
            </a:r>
            <a:br>
              <a:rPr lang="en-IN" dirty="0"/>
            </a:br>
            <a:r>
              <a:rPr lang="en-IN" dirty="0"/>
              <a:t>P V Rahul Kavi(192571090)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7A114-682A-2D98-F53A-73ADEBC467A1}"/>
              </a:ext>
            </a:extLst>
          </p:cNvPr>
          <p:cNvSpPr txBox="1"/>
          <p:nvPr/>
        </p:nvSpPr>
        <p:spPr>
          <a:xfrm>
            <a:off x="4168877" y="3686785"/>
            <a:ext cx="300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CSA0203 – C Programming</a:t>
            </a:r>
            <a:endParaRPr lang="en-IN" dirty="0"/>
          </a:p>
        </p:txBody>
      </p:sp>
      <p:pic>
        <p:nvPicPr>
          <p:cNvPr id="7" name="Picture 6" descr="Saveetha Institute of Medical and ...">
            <a:extLst>
              <a:ext uri="{FF2B5EF4-FFF2-40B4-BE49-F238E27FC236}">
                <a16:creationId xmlns:a16="http://schemas.microsoft.com/office/drawing/2014/main" id="{C38F7418-314A-7505-7BD1-113BD8A61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143579"/>
            <a:ext cx="1009772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77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E99E-CDEF-576E-B3AE-240018AB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917" y="150761"/>
            <a:ext cx="2416277" cy="102122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E9A2C-C00A-056E-F919-CE7017F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974"/>
            <a:ext cx="10515600" cy="2667716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C-based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hospital patient record management.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organized data access.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Registration, Medical History, Treatment,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Create, Read, Update, Delete.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memory management.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organization, accuracy, and accessibility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4284EEB3-3B9A-3960-9F48-6279831AB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7" y="150760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E9D4F58C-07A6-ED5B-0080-342C59123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1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885C-F2C1-912E-E80E-4F7507BF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542" y="116578"/>
            <a:ext cx="3367548" cy="122061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9D52-AC9B-B693-5E6F-FC7A2CD4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141"/>
            <a:ext cx="10515600" cy="375909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records contain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and treatment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can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difficult to maintain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computerized patient record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 different types of patient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efficient access to stored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medical history, treatment,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33B0818A-3DE4-2B25-8C6C-B92AA5FD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8" y="116578"/>
            <a:ext cx="1524000" cy="1021223"/>
          </a:xfrm>
          <a:prstGeom prst="rect">
            <a:avLst/>
          </a:prstGeom>
        </p:spPr>
      </p:pic>
      <p:pic>
        <p:nvPicPr>
          <p:cNvPr id="8" name="Picture 7" descr="SIMATS Viana Study Portal">
            <a:extLst>
              <a:ext uri="{FF2B5EF4-FFF2-40B4-BE49-F238E27FC236}">
                <a16:creationId xmlns:a16="http://schemas.microsoft.com/office/drawing/2014/main" id="{0D46FF00-9F53-E8FA-63DE-CEED818A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413" y="20279"/>
            <a:ext cx="15240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7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0B97-409A-F554-9997-9B7DEE4A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522" y="244167"/>
            <a:ext cx="5011994" cy="87374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AAE1C-AAB3-1ACE-353D-04C5CB0E2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can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or damaged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update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data entry may cause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duplication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 is inefficient.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data management reduces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accessibility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1B26078C-33C7-5DED-6C75-059F17E1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6684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95F7EE4E-4B4F-4165-D5E3-D731FCEAF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5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DFEC-960D-EC42-552F-BCE13FC4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342" y="18255"/>
            <a:ext cx="437289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9CD5-0B1E-118C-89B4-01BC50A0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are mainly maintained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files and registers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patient information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difficult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records requires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manual 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may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lost, damaged, or duplicated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and billing information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efficiently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automation leads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and productivity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CD2D2E69-68AE-43BB-2F68-84E3D224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93" y="170424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BB7C59AD-FA23-39E5-6291-3D5A2137E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7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A8EF-CE2C-AC96-9909-7FD6425C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390" y="148815"/>
            <a:ext cx="4471219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ABB0-F61C-E64B-97BB-C84B4CBC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computerized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hospital patient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data handling.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medical history, treatment,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Read, Update, and Delete (CRUD)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memory utilization.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accurate, and organized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record management.</a:t>
            </a:r>
          </a:p>
          <a:p>
            <a:endParaRPr lang="en-IN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A31C65F3-E672-53B8-B93D-984CBBBC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0F1DF1A2-2A68-6217-23BA-04CD3A724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5078-6524-CBD5-CA07-8A77C8BA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635" y="89822"/>
            <a:ext cx="2858729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86915-9296-4DBD-0B68-0197F04B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patient record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organize patient data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pointer-based data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patient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history, treatment,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and accessibility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ED9C5C5D-CDE3-7F45-57E2-8B60B55D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94325CF6-ECE9-41F1-0B5C-79EDACB00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1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BBFE-D1BF-CF20-C308-10DE4EBF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064" y="148815"/>
            <a:ext cx="537578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97FA-1054-E58D-C377-B8D3753EF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and manage patient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 and view previous medical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 diagnosis, treatment, and prescriptions.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Payment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 and manage patient bills.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Create, Read, Update, and Delete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Quickly retrieve required patient information.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02AC48FC-BEB5-E112-34E9-D78A953AC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791DF95F-8FDA-203D-B15C-B0BC136F8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8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378B-2C4A-1823-BC0C-394FBF7F0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375" y="100114"/>
            <a:ext cx="5129981" cy="1325563"/>
          </a:xfrm>
        </p:spPr>
        <p:txBody>
          <a:bodyPr/>
          <a:lstStyle/>
          <a:p>
            <a:r>
              <a:rPr lang="en-IN" b="1" dirty="0"/>
              <a:t>Overall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995D8F-2100-05C6-E6B9-D243071CB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129" y="1425677"/>
            <a:ext cx="6915742" cy="4751286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90D9A0A5-760E-C3CF-F34E-8DE9AEAE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9" name="Picture 8" descr="SIMATS Viana Study Portal">
            <a:extLst>
              <a:ext uri="{FF2B5EF4-FFF2-40B4-BE49-F238E27FC236}">
                <a16:creationId xmlns:a16="http://schemas.microsoft.com/office/drawing/2014/main" id="{CE5D19A8-BA0D-464D-0969-A9DDF3C8A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5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8EC8-1F2A-4312-82C3-627E49DF4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529" y="18255"/>
            <a:ext cx="7833852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Patient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49CE-A35E-CCC3-B790-E6979A02B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58548" cy="3120001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Patient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 and store new patient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Patient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registered patient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Patient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Modify existing patient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Patient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Remove unwanted patient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record management.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140A6E3B-77F7-EED7-F6AB-F1073D54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6686E672-1305-E5D5-FE97-F09E72BBE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E19E3D-F1F7-1AD1-96B4-7F10FFD12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12" y="1719057"/>
            <a:ext cx="4080388" cy="33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65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2F5E-79EF-D661-F755-7FB777AB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820" y="109486"/>
            <a:ext cx="6958781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Medical History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4547-A887-EF19-89B0-22E7B54FF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patient’s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medical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diseases and health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allergies and important medical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access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medical history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and updating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records</a:t>
            </a:r>
            <a:r>
              <a:rPr lang="en-IN" dirty="0"/>
              <a:t>.</a:t>
            </a:r>
          </a:p>
        </p:txBody>
      </p:sp>
      <p:pic>
        <p:nvPicPr>
          <p:cNvPr id="11" name="Picture 10" descr="Exam Seating Portal">
            <a:extLst>
              <a:ext uri="{FF2B5EF4-FFF2-40B4-BE49-F238E27FC236}">
                <a16:creationId xmlns:a16="http://schemas.microsoft.com/office/drawing/2014/main" id="{8C5C96D0-9935-DA94-3F99-388FC840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13" name="Picture 12" descr="SIMATS Viana Study Portal">
            <a:extLst>
              <a:ext uri="{FF2B5EF4-FFF2-40B4-BE49-F238E27FC236}">
                <a16:creationId xmlns:a16="http://schemas.microsoft.com/office/drawing/2014/main" id="{C2EF516C-F520-D3E2-B263-3AD56B0E8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155B2-F136-153A-996E-80904E133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369" y="1956619"/>
            <a:ext cx="4375354" cy="316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9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B3A8-B075-7FAF-3BDF-2858E6F4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665" y="0"/>
            <a:ext cx="7627374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Treatment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05BA-BBE1-800E-5C9E-11E406DA2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/>
              <a:t>Records </a:t>
            </a:r>
            <a:r>
              <a:rPr lang="en-IN" sz="2000" b="1" dirty="0"/>
              <a:t>doctor and patient details</a:t>
            </a:r>
            <a:r>
              <a:rPr lang="en-IN" sz="2000" dirty="0"/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/>
              <a:t>Stores </a:t>
            </a:r>
            <a:r>
              <a:rPr lang="en-IN" sz="2000" b="1" dirty="0"/>
              <a:t>diagnosis and health condition</a:t>
            </a:r>
            <a:r>
              <a:rPr lang="en-IN" sz="2000" dirty="0"/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/>
              <a:t>Maintains </a:t>
            </a:r>
            <a:r>
              <a:rPr lang="en-IN" sz="2000" b="1" dirty="0"/>
              <a:t>treatment and prescription details</a:t>
            </a:r>
            <a:r>
              <a:rPr lang="en-IN" sz="2000" dirty="0"/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/>
              <a:t>Records </a:t>
            </a:r>
            <a:r>
              <a:rPr lang="en-IN" sz="2000" b="1" dirty="0"/>
              <a:t>medicines and dosage information</a:t>
            </a:r>
            <a:r>
              <a:rPr lang="en-IN" sz="2000" dirty="0"/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/>
              <a:t>Allows treatment records to be </a:t>
            </a:r>
            <a:r>
              <a:rPr lang="en-IN" sz="2000" b="1" dirty="0"/>
              <a:t>viewed and updated</a:t>
            </a:r>
            <a:r>
              <a:rPr lang="en-IN" sz="2000" dirty="0"/>
              <a:t>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9FA9A25C-56B2-4F23-662F-308837FE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ACF16977-08BD-8AD2-032D-6BF5C44A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F09C9C-D762-58AB-9249-341FB41F2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476" y="1825625"/>
            <a:ext cx="4638152" cy="331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90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5B88-0C93-EF3C-8076-F8362ADF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71" y="0"/>
            <a:ext cx="759787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Billing &amp;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76A6-613A-1125-BF7F-40349F36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bills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treatment and services.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details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payment status.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bill amount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patient.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and updating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information.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7A315255-CAF1-9066-A9F8-83538A83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5168BC6F-16AD-EB18-A4E2-419A2C454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4403E4-3D61-F743-91F1-11FF09799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274" y="1734147"/>
            <a:ext cx="3703641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8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8AD5-75F8-E9F9-A4B2-8D77EB64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861" y="18255"/>
            <a:ext cx="546427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1EE89-A30D-F463-2737-69A677CB4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 patient and hospital-related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 multiple patient records efficiently.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Organize medical history, treatment, and billing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 and modify structure data efficiently.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Allocate and release memory when required.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69652F0B-264D-5D78-6506-FFA5008A2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D3228F25-07E5-5E88-2B72-08A7AC5B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6F06-8D68-7346-3032-989D1FE9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561" y="18255"/>
            <a:ext cx="5257800" cy="1325563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Pointer-Based Access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CE94-45E6-96BE-046B-3766073A0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the memory address of patient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operator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structure members through pointers.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and efficient data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modify patient records without copying the entire structure.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pointers.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patient_ptr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-&gt;name;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patient_ptr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-&gt;age;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56C09518-BD25-AC06-4A2C-71441A8D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FC64E9A2-4722-0E83-9C85-5E9F0A5E6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6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9679-10D6-1AA2-4BAE-A31AB31C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491" y="18255"/>
            <a:ext cx="7194755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66D95-76AE-C124-BC54-983E06E7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malloc()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Allocates a block of memory dynamically.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Allocates and initializes memory to zero.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free()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Releases dynamically allocated memory.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according to requirements.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flexible management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= (Patient *)malloc(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(Patient));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free(patient);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8619DE74-E584-E2D5-8B39-2A0155B1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A4C8026F-A841-5D89-9468-7DA89E2DA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6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9D41-592A-EC7A-3063-AC39FD80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864" y="18255"/>
            <a:ext cx="463836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0CD2C-1754-145A-6A2C-46F6E582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new patient records to the system.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View and retrieve existing patient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Modify patient, treatment, or billing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Remove unwanted or outdated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organized record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8A9A66BC-7972-7A75-9DF2-345724E7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150761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2515559B-130B-3493-7F8A-4488DC09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6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298B-46F0-481F-22B4-FB9666AF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517" y="-19665"/>
            <a:ext cx="694894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&amp;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24C1-8BCB-13F8-946B-68AFBA6C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20" y="110523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Patient Registration → Medical History → Treatment → Billing &amp; Payment → Record Update/View → 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valid details.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and treatment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and payment calculation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correct results.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inputs and error handling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functions correctly and manages patient records efficiently.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5688AA44-286E-DBD9-EDC8-3D72CA82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9" y="84010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E4B4F1EA-2533-E6A4-23C4-03D1CD4AF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78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1DD5-704A-AD9D-6E31-608FA5F0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426" y="74534"/>
            <a:ext cx="8866239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4CFE-212C-52F4-EBB1-D19680B18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690688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and problem-solving skills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management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understanding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implementation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permanent record storage.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web/mobile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appointment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327AFB86-1E0F-8C70-AFDA-8E30B0D1C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9" y="84010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AAE5D718-1A04-AC40-B016-75F64E6B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2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45AE-0475-0FC8-F402-E94BF833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306" y="0"/>
            <a:ext cx="293738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33FD-3293-2F63-540D-D293B672C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7396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organized patient record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pointers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effective data storage and access.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simplify record management.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integrate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medical history, treatment, and billing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skills, memory management, and problem-solving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C84DF1A7-2E76-83C5-13E6-03549ACD4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9" y="84010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2909AE77-5A15-BE9A-E91E-6873DCA79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32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85C7-4AD3-51D7-C222-A4F894C3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2780" y="18255"/>
            <a:ext cx="298654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E8EE7-D6F8-3267-4BB8-A2B543700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 Programming Language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Brian W. Kernighan and Dennis M. Ritchie.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Programming: A Modern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K. N. King.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 Structures, Pointers and Dynamic Memory Allocation.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 Programming Tutorials and References.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 Programming Concepts and Syntax.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46AD12F7-94EA-4E74-DE7D-A095507B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9" y="84010"/>
            <a:ext cx="1524000" cy="1021223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E0B50FDE-BA2D-1968-C2F9-FA2ED7155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1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50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45DB0-2F1F-A8E1-E729-0EA9E4BC1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865" y="457200"/>
            <a:ext cx="89042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7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1093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PowerPoint Presentation</vt:lpstr>
      <vt:lpstr>Abstract</vt:lpstr>
      <vt:lpstr>Introduction</vt:lpstr>
      <vt:lpstr>Problem Statement</vt:lpstr>
      <vt:lpstr>Existing System</vt:lpstr>
      <vt:lpstr>Proposed System</vt:lpstr>
      <vt:lpstr>Objectives</vt:lpstr>
      <vt:lpstr>System Functionality</vt:lpstr>
      <vt:lpstr>Overall Architecture</vt:lpstr>
      <vt:lpstr>Module 1 – Patient Registration</vt:lpstr>
      <vt:lpstr>Module 2 – Medical History</vt:lpstr>
      <vt:lpstr>Module 3 – Treatment Record</vt:lpstr>
      <vt:lpstr>Module 4 – Billing &amp; Payment</vt:lpstr>
      <vt:lpstr>Data Structures Used</vt:lpstr>
      <vt:lpstr>Pointer-Based Access</vt:lpstr>
      <vt:lpstr>Dynamic Memory Allocation</vt:lpstr>
      <vt:lpstr>CRUD Operations</vt:lpstr>
      <vt:lpstr>System Workflow &amp; Testing</vt:lpstr>
      <vt:lpstr>Outcomes &amp; Future Enhancements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Vijay</dc:creator>
  <cp:lastModifiedBy>V Vijay</cp:lastModifiedBy>
  <cp:revision>2</cp:revision>
  <dcterms:created xsi:type="dcterms:W3CDTF">2026-08-17T16:02:34Z</dcterms:created>
  <dcterms:modified xsi:type="dcterms:W3CDTF">2026-08-29T07:52:48Z</dcterms:modified>
</cp:coreProperties>
</file>